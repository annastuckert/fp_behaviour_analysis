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4" r:id="rId4"/>
    <p:sldId id="265" r:id="rId5"/>
    <p:sldId id="266" r:id="rId6"/>
    <p:sldId id="267" r:id="rId7"/>
    <p:sldId id="268" r:id="rId8"/>
    <p:sldId id="263" r:id="rId9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6"/>
    <p:restoredTop sz="94704"/>
  </p:normalViewPr>
  <p:slideViewPr>
    <p:cSldViewPr snapToGrid="0">
      <p:cViewPr>
        <p:scale>
          <a:sx n="102" d="100"/>
          <a:sy n="102" d="100"/>
        </p:scale>
        <p:origin x="120" y="-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9757-8A24-B27F-9C45-3F7827328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807DE-6B02-5EE9-80F1-1B2042D19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3C827-D905-D86D-C3FE-B6C30BEA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2D96F-12B3-C6A2-E0D3-92DC5FC3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3A19E-62F8-C56D-A656-06C19188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85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451D-6AB1-09CA-7ACD-5BFCB8C2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050E3-CE7C-4E20-0ACA-E2AAC2FE6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EB899-E28A-53BD-76DD-703090C2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5DC85-9E6D-FBE1-E368-D596B6EE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ABCEE-3E96-E68E-4ABB-FAD7AD48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0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AF13-6BE1-7984-45B1-2CBEB317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F9294-FBF2-D3BA-6087-CA86106DC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72DD8-299B-0454-B12F-90C3B3A0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397AF-DA47-A30E-2746-4AC4984A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B3D9B-C3EF-FBAA-4983-98E92282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5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E1F8-BBD9-C246-EC21-7B28BCD7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7CC38-19A9-A36E-8A9D-5B5761484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FFFA3-3E5E-6545-1E86-1F413AE6F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46CD1-C889-17BD-B346-5420FCCB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0BC39-FF20-1FAB-BA0F-F43B6248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B344-51C5-E0B3-C75C-E5B4203D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8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62A6-7D67-098B-59C7-6F2FBEC8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6ED90-035B-9731-655A-E24D2865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A3796-7A95-51C5-69C3-CAE71C28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47B22-ACF2-6AAD-7D33-565D52FA6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B293D-6C12-F14A-1A94-7CB1FC9F2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D9546-17A8-AA89-8B35-86501BC1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F4E14-9767-A88F-F575-81984570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6539F-4A26-03AD-D602-0B0FB3E4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9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385A-817F-4491-D908-65105EB4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05173-212C-2BC9-28FB-60BFC5A0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AC775-95CA-477E-2B1D-0D3B44D6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39788-EFAF-EBE8-C93B-82323A66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5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66E70-8E12-9E41-2696-7C04A746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9AED8-3FC6-3050-AD51-4AA40FAB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3547B-F151-53FD-A9EB-11A425A5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1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46F6-A26F-C894-C822-5591751B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A60DE-FDD3-836F-B645-70F387F65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69775-4907-21A9-5A13-8B4ACE6F9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803D3-DD57-9B0F-8F2A-5814AEEF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272B8-CCB9-E602-F771-B4000F104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D76CC-4FC9-7521-A539-DB7A911C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8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11F4-3672-9061-7D94-768A5CF1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8B1BC-F759-3A7D-D78B-8838D1B0D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A33C8-8407-94A5-9465-2808577E0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16121-C165-E38D-8A36-C8028D2F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CF4D9-9FB9-8B43-D334-9AA3EC64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08F49-00CE-23CA-D5FF-360A9355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69EC-2445-13AB-F063-2ADCEB57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524A4-FA9E-D648-058B-994DA69CB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FF1D-E1B4-4C30-D888-074C654FB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9969-ADEF-9A1D-C794-47896577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5AD3-CED8-2F4D-0BFD-39340511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6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75953-8721-67E7-E83B-EC77DD917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3076E-1FB7-F1DD-0D8A-ACF27A4B0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0759A-9C6F-34AD-5F5C-4C6ED034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44168-A43E-F8A6-E5E8-73D377C9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57D1A-6EF9-2A15-1F57-D1A4AF3D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0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DCECB-F4BC-C7B7-0B5A-D20CA0DB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7EA95-66B9-F5EB-A0C7-960B5C55A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205FE-4BDE-E85C-BD50-9816458DD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427FF-2A3D-1F47-8BD0-85E9A827B1E9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60C70-4F7B-117F-A8F0-BAADFDC3A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E26C2-5A75-F47E-A656-A6FE01FF3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915B8-26C3-2A45-B6A6-DFDF69ED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9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1C326-3D92-0F73-4727-F026F2BA4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Cohort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06E67-B8BC-57C1-DC83-FEB28A9D6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Preinduction-W1-W2-W3 from left to right</a:t>
            </a:r>
          </a:p>
          <a:p>
            <a:r>
              <a:rPr lang="en-US" dirty="0"/>
              <a:t>From week 2  I also included the LDCT paradigm.</a:t>
            </a:r>
          </a:p>
        </p:txBody>
      </p:sp>
    </p:spTree>
    <p:extLst>
      <p:ext uri="{BB962C8B-B14F-4D97-AF65-F5344CB8AC3E}">
        <p14:creationId xmlns:p14="http://schemas.microsoft.com/office/powerpoint/2010/main" val="3728792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466F-B92F-55EA-64EE-BDDCAA4C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C518-8001-DE6B-5E5D-2115826F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EPM</a:t>
            </a:r>
          </a:p>
        </p:txBody>
      </p:sp>
    </p:spTree>
    <p:extLst>
      <p:ext uri="{BB962C8B-B14F-4D97-AF65-F5344CB8AC3E}">
        <p14:creationId xmlns:p14="http://schemas.microsoft.com/office/powerpoint/2010/main" val="1793641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A88D-604D-A8D8-744E-71E672D6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EPM – M372 – pretty stable at 0.4-.045  until W3 after introducing the LDCT at the last day of the previous week, then drops to .03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5C234-02A7-17F7-3731-EB4392C23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43542" y="1690688"/>
            <a:ext cx="5862097" cy="4875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D16A62-4518-66FA-9EA0-5198DB83B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810" y="1982788"/>
            <a:ext cx="5862097" cy="4875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311F8D-4B06-0535-FB0E-73B470A61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907" y="1982788"/>
            <a:ext cx="5862097" cy="4875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F363AD-D7B3-8760-DFD3-BF11BC653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8004" y="2097994"/>
            <a:ext cx="5585043" cy="46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0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8995-6A40-23CC-26B4-37680683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6410-5BD8-6B5A-88BF-615AEE2A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EPM – M374 – pretty stable around ~.035-.04 for first 3 weeks, then drops to 0.03 at week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E2F7F-8115-F9E8-CB05-4F84302C3AEE}"/>
              </a:ext>
            </a:extLst>
          </p:cNvPr>
          <p:cNvSpPr txBox="1"/>
          <p:nvPr/>
        </p:nvSpPr>
        <p:spPr>
          <a:xfrm>
            <a:off x="5173579" y="38741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492FF-AC8F-98A0-63A4-15FEC2AAD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8880" y="1805894"/>
            <a:ext cx="5862097" cy="4875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E9C6A1-CEBE-4922-BB11-5797EEC18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976" y="1921100"/>
            <a:ext cx="5733206" cy="4760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E235BA-1F11-A332-4D66-E9A1561B5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941" y="2213200"/>
            <a:ext cx="5585043" cy="4644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743DAF-C843-DA53-AE99-BC6D30FA5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511" y="2282465"/>
            <a:ext cx="5501757" cy="457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9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C122-B66D-C6E5-069E-58E75A69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LDCT</a:t>
            </a:r>
          </a:p>
        </p:txBody>
      </p:sp>
    </p:spTree>
    <p:extLst>
      <p:ext uri="{BB962C8B-B14F-4D97-AF65-F5344CB8AC3E}">
        <p14:creationId xmlns:p14="http://schemas.microsoft.com/office/powerpoint/2010/main" val="63465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8B05-5FA2-B54D-5A7A-0AC72180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M372 W2 and W3 – goes from .04 in W2 to .028 in W3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FB3AE2-B4C4-28B3-E1CA-F8B167C5D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328" y="2263776"/>
            <a:ext cx="5085192" cy="42290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9F3A26-799A-E051-274B-D6AD376B9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001" y="2336801"/>
            <a:ext cx="5172999" cy="430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36547-AF9C-B3DD-C189-9F45E4372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B8A3-8338-E3EB-3AFE-9B8BB54D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M374 W2 and W3 – goes from ~.032 in W2 to ~.026 in W3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92CC2-FA8B-5AFF-2B31-069CDB54A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98" y="1828233"/>
            <a:ext cx="5608902" cy="46646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FC8E31-1231-E4E7-D501-161152C52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524" y="1901258"/>
            <a:ext cx="5960131" cy="495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8712-EE9B-A4DE-8789-3ECA4CEC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6BC9-A5F6-EFE0-E2AF-37B4F29B4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Cohort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651CE-0E75-31FB-A78A-1722F0EE93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Isobestic</a:t>
            </a:r>
            <a:r>
              <a:rPr lang="en-US" dirty="0"/>
              <a:t> and 470 intensities kept the same across the testing days – does it affect signal?</a:t>
            </a:r>
          </a:p>
          <a:p>
            <a:r>
              <a:rPr lang="en-US" dirty="0"/>
              <a:t>EPM left and 3CT right Preinduction week</a:t>
            </a:r>
          </a:p>
        </p:txBody>
      </p:sp>
    </p:spTree>
    <p:extLst>
      <p:ext uri="{BB962C8B-B14F-4D97-AF65-F5344CB8AC3E}">
        <p14:creationId xmlns:p14="http://schemas.microsoft.com/office/powerpoint/2010/main" val="110282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5AB0-55C4-C071-B66D-484CDED1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2 EPM left and 3CT right </a:t>
            </a:r>
            <a:br>
              <a:rPr lang="en-US" dirty="0"/>
            </a:br>
            <a:r>
              <a:rPr lang="en-US" dirty="0"/>
              <a:t>M461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5B1E21-DEDE-B536-41CF-3AEA34E3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8331" y="2091690"/>
            <a:ext cx="7543800" cy="628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6DE627-7BDF-BBBA-2B0F-CA3999518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2091690"/>
            <a:ext cx="7543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5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EABF-05EE-4829-B442-129BEF0C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1CCB-11B6-43C2-50C5-9D616CBE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2 EPM and 3ct</a:t>
            </a:r>
            <a:br>
              <a:rPr lang="en-US" dirty="0"/>
            </a:br>
            <a:r>
              <a:rPr lang="en-US" dirty="0"/>
              <a:t>M463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2AFBF-AB61-E47E-CACD-DF5A9532E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2769" y="1690688"/>
            <a:ext cx="7543800" cy="628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19110-B7DF-2AB7-3F8F-76316C78D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1690688"/>
            <a:ext cx="7543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1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4BD7-E491-62FC-BB0D-011C3AE3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35E8-E6A7-E7B8-D2AF-3AF91081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2 EPM</a:t>
            </a:r>
            <a:br>
              <a:rPr lang="en-US" dirty="0"/>
            </a:br>
            <a:r>
              <a:rPr lang="en-US" dirty="0"/>
              <a:t>M459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54EE7C-3470-B4D6-C747-F9C06FBDD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5745" y="1997810"/>
            <a:ext cx="7556500" cy="628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9DB58D-8EFF-A051-A4FB-4B5B6661B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1997810"/>
            <a:ext cx="7543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3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4474F-15C4-DA3C-6EDA-B2BC924C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C6A3-C6F4-5582-F324-BE9C9091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2 EPM</a:t>
            </a:r>
            <a:br>
              <a:rPr lang="en-US" dirty="0"/>
            </a:br>
            <a:r>
              <a:rPr lang="en-US" dirty="0"/>
              <a:t>M398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E74407-4130-43BC-C8BD-08E4F0BF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1908810"/>
            <a:ext cx="7543800" cy="628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41B19F-AB89-E640-6D88-3FB0CBABF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100" y="1908810"/>
            <a:ext cx="7543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2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1F52-9CD6-F03A-9CAE-0F9A5FEC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8EB0-6CE0-8380-BEC1-DCDD7C7F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2 EPM</a:t>
            </a:r>
            <a:br>
              <a:rPr lang="en-US" dirty="0"/>
            </a:br>
            <a:r>
              <a:rPr lang="en-US" dirty="0"/>
              <a:t>M400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6DF25-4E19-9B3E-CB39-2BE930EA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884" y="2103755"/>
            <a:ext cx="7556500" cy="628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5E4E6A-F502-5162-4BD9-34FF6ECE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2103755"/>
            <a:ext cx="7543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9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BDAC-9169-5D95-8148-70973A8D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5FC06-4EA6-6BDD-C3AA-275F5999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2 EPM</a:t>
            </a:r>
            <a:br>
              <a:rPr lang="en-US" dirty="0"/>
            </a:br>
            <a:r>
              <a:rPr lang="en-US" dirty="0"/>
              <a:t>M402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E8FC9-F6A4-966E-0BFA-843F312E1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9625"/>
            <a:ext cx="7543800" cy="628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5E9EA8-6FE2-C4FE-1977-E48FD90DA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2079625"/>
            <a:ext cx="7543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9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8254</TotalTime>
  <Words>166</Words>
  <Application>Microsoft Macintosh PowerPoint</Application>
  <PresentationFormat>Widescreen</PresentationFormat>
  <Paragraphs>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Cohort 1</vt:lpstr>
      <vt:lpstr>EPM</vt:lpstr>
      <vt:lpstr>EPM – M372 – pretty stable at 0.4-.045  until W3 after introducing the LDCT at the last day of the previous week, then drops to .03</vt:lpstr>
      <vt:lpstr>EPM – M374 – pretty stable around ~.035-.04 for first 3 weeks, then drops to 0.03 at week 4</vt:lpstr>
      <vt:lpstr>LDCT</vt:lpstr>
      <vt:lpstr>M372 W2 and W3 – goes from .04 in W2 to .028 in W3</vt:lpstr>
      <vt:lpstr>M374 W2 and W3 – goes from ~.032 in W2 to ~.026 in W3</vt:lpstr>
      <vt:lpstr>Cohort 2</vt:lpstr>
      <vt:lpstr>Cohort 2 EPM left and 3CT right  M461</vt:lpstr>
      <vt:lpstr>Cohort 2 EPM and 3ct M463</vt:lpstr>
      <vt:lpstr>Cohort 2 EPM M459</vt:lpstr>
      <vt:lpstr>Cohort 2 EPM M398</vt:lpstr>
      <vt:lpstr>Cohort 2 EPM M400</vt:lpstr>
      <vt:lpstr>Cohort 2 EPM M402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Stuckert</dc:creator>
  <cp:lastModifiedBy>Anna Stuckert</cp:lastModifiedBy>
  <cp:revision>3</cp:revision>
  <dcterms:created xsi:type="dcterms:W3CDTF">2026-02-11T18:16:30Z</dcterms:created>
  <dcterms:modified xsi:type="dcterms:W3CDTF">2026-02-17T11:51:02Z</dcterms:modified>
</cp:coreProperties>
</file>